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exend Light"/>
      <p:regular r:id="rId22"/>
      <p:bold r:id="rId23"/>
    </p:embeddedFont>
    <p:embeddedFont>
      <p:font typeface="Merriweather Light"/>
      <p:regular r:id="rId24"/>
      <p:bold r:id="rId25"/>
      <p:italic r:id="rId26"/>
      <p:boldItalic r:id="rId27"/>
    </p:embeddedFont>
    <p:embeddedFont>
      <p:font typeface="Lexend"/>
      <p:regular r:id="rId28"/>
      <p:bold r:id="rId29"/>
    </p:embeddedFont>
    <p:embeddedFont>
      <p:font typeface="Merriweather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53EEC8-7ED8-451C-94D1-7796151EEB6F}">
  <a:tblStyle styleId="{9F53EEC8-7ED8-451C-94D1-7796151EEB6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exendLight-regular.fntdata"/><Relationship Id="rId21" Type="http://schemas.openxmlformats.org/officeDocument/2006/relationships/slide" Target="slides/slide15.xml"/><Relationship Id="rId24" Type="http://schemas.openxmlformats.org/officeDocument/2006/relationships/font" Target="fonts/MerriweatherLight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Light-italic.fntdata"/><Relationship Id="rId25" Type="http://schemas.openxmlformats.org/officeDocument/2006/relationships/font" Target="fonts/MerriweatherLight-bold.fntdata"/><Relationship Id="rId28" Type="http://schemas.openxmlformats.org/officeDocument/2006/relationships/font" Target="fonts/Lexend-regular.fntdata"/><Relationship Id="rId27" Type="http://schemas.openxmlformats.org/officeDocument/2006/relationships/font" Target="fonts/Merriweather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5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4d6f2070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4d6f2070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4d6f20703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4d6f20703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4d6f20703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4d6f20703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d6f20703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4d6f20703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0" y="1693150"/>
            <a:ext cx="4494900" cy="27558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/>
        </p:nvSpPr>
        <p:spPr>
          <a:xfrm>
            <a:off x="0" y="-125188"/>
            <a:ext cx="9144000" cy="1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Arial"/>
              <a:buNone/>
            </a:pPr>
            <a:r>
              <a:t/>
            </a:r>
            <a:endParaRPr b="0" i="0" sz="11800" u="none" cap="none" strike="noStrike">
              <a:solidFill>
                <a:srgbClr val="000000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658775" y="4015525"/>
            <a:ext cx="4256400" cy="89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3" type="body"/>
          </p:nvPr>
        </p:nvSpPr>
        <p:spPr>
          <a:xfrm>
            <a:off x="4658775" y="2585350"/>
            <a:ext cx="42786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0" y="-204100"/>
            <a:ext cx="91440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228600" y="4597400"/>
            <a:ext cx="3150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2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>
            <p:ph idx="2" type="pic"/>
          </p:nvPr>
        </p:nvSpPr>
        <p:spPr>
          <a:xfrm>
            <a:off x="228600" y="1984250"/>
            <a:ext cx="4263900" cy="2546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219850"/>
            <a:ext cx="77400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658875" y="1984250"/>
            <a:ext cx="3319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" name="Google Shape;21;p3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>
            <p:ph idx="4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4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4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0" y="0"/>
            <a:ext cx="8582100" cy="402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228600" y="4025100"/>
            <a:ext cx="42657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658875" y="4025100"/>
            <a:ext cx="33192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ITLE_3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>
            <p:ph idx="2" type="pic"/>
          </p:nvPr>
        </p:nvSpPr>
        <p:spPr>
          <a:xfrm>
            <a:off x="6876275" y="1984258"/>
            <a:ext cx="17070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3" type="title"/>
          </p:nvPr>
        </p:nvSpPr>
        <p:spPr>
          <a:xfrm>
            <a:off x="228600" y="516850"/>
            <a:ext cx="76197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37" name="Google Shape;37;p5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5"/>
          <p:cNvSpPr txBox="1"/>
          <p:nvPr>
            <p:ph idx="4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1" name="Google Shape;41;p5"/>
          <p:cNvSpPr/>
          <p:nvPr>
            <p:ph idx="7" type="pic"/>
          </p:nvPr>
        </p:nvSpPr>
        <p:spPr>
          <a:xfrm>
            <a:off x="228500" y="1984331"/>
            <a:ext cx="2048100" cy="233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/>
          <p:nvPr>
            <p:ph idx="8" type="pic"/>
          </p:nvPr>
        </p:nvSpPr>
        <p:spPr>
          <a:xfrm>
            <a:off x="2441450" y="1984331"/>
            <a:ext cx="2052900" cy="233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9" type="pic"/>
          </p:nvPr>
        </p:nvSpPr>
        <p:spPr>
          <a:xfrm>
            <a:off x="4658875" y="1984075"/>
            <a:ext cx="20391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228600" y="4569975"/>
            <a:ext cx="20481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3" type="subTitle"/>
          </p:nvPr>
        </p:nvSpPr>
        <p:spPr>
          <a:xfrm>
            <a:off x="2434475" y="4569975"/>
            <a:ext cx="20481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4" type="subTitle"/>
          </p:nvPr>
        </p:nvSpPr>
        <p:spPr>
          <a:xfrm>
            <a:off x="4658875" y="4569975"/>
            <a:ext cx="20481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15" type="subTitle"/>
          </p:nvPr>
        </p:nvSpPr>
        <p:spPr>
          <a:xfrm>
            <a:off x="6864750" y="4569975"/>
            <a:ext cx="17256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16" type="subTitle"/>
          </p:nvPr>
        </p:nvSpPr>
        <p:spPr>
          <a:xfrm>
            <a:off x="224125" y="4317425"/>
            <a:ext cx="20481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7" type="subTitle"/>
          </p:nvPr>
        </p:nvSpPr>
        <p:spPr>
          <a:xfrm>
            <a:off x="2441475" y="4317425"/>
            <a:ext cx="2052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8" type="subTitle"/>
          </p:nvPr>
        </p:nvSpPr>
        <p:spPr>
          <a:xfrm>
            <a:off x="4653113" y="4317425"/>
            <a:ext cx="2052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9" type="subTitle"/>
          </p:nvPr>
        </p:nvSpPr>
        <p:spPr>
          <a:xfrm>
            <a:off x="6876275" y="4329650"/>
            <a:ext cx="17070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rtise / Skills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221950" y="804550"/>
            <a:ext cx="3156600" cy="3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4" name="Google Shape;54;p6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6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idx="5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59" name="Google Shape;59;p6"/>
          <p:cNvSpPr/>
          <p:nvPr>
            <p:ph idx="6" type="pic"/>
          </p:nvPr>
        </p:nvSpPr>
        <p:spPr>
          <a:xfrm>
            <a:off x="3556900" y="818400"/>
            <a:ext cx="2039100" cy="40986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/>
          <p:nvPr>
            <p:ph idx="7" type="pic"/>
          </p:nvPr>
        </p:nvSpPr>
        <p:spPr>
          <a:xfrm>
            <a:off x="5758550" y="818400"/>
            <a:ext cx="2052900" cy="40986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8" type="subTitle"/>
          </p:nvPr>
        </p:nvSpPr>
        <p:spPr>
          <a:xfrm>
            <a:off x="3556900" y="213800"/>
            <a:ext cx="2203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9" type="subTitle"/>
          </p:nvPr>
        </p:nvSpPr>
        <p:spPr>
          <a:xfrm>
            <a:off x="5766050" y="213800"/>
            <a:ext cx="2037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APTION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-21000" y="-125200"/>
            <a:ext cx="9186000" cy="1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0"/>
              <a:buFont typeface="Merriweather Light"/>
              <a:buNone/>
              <a:defRPr sz="1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2" type="title"/>
          </p:nvPr>
        </p:nvSpPr>
        <p:spPr>
          <a:xfrm>
            <a:off x="4658875" y="4316425"/>
            <a:ext cx="42564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0" name="Google Shape;70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7" name="Google Shape;97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3" name="Google Shape;113;p1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4" name="Google Shape;114;p1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1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" name="Google Shape;116;p1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" name="Google Shape;117;p1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1" name="Google Shape;121;p2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" name="Google Shape;129;p2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7" name="Google Shape;137;p22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22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7" name="Google Shape;147;p2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8" name="Google Shape;148;p2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9" name="Google Shape;149;p2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2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2" name="Google Shape;162;p2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5" name="Google Shape;165;p2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2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8" name="Google Shape;168;p2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" name="Google Shape;172;p2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" name="Google Shape;173;p2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4" name="Google Shape;174;p2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2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2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2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>
            <p:ph idx="2" type="pic"/>
          </p:nvPr>
        </p:nvSpPr>
        <p:spPr>
          <a:xfrm>
            <a:off x="0" y="0"/>
            <a:ext cx="8583300" cy="39546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9"/>
          <p:cNvSpPr txBox="1"/>
          <p:nvPr>
            <p:ph type="title"/>
          </p:nvPr>
        </p:nvSpPr>
        <p:spPr>
          <a:xfrm>
            <a:off x="228600" y="4076300"/>
            <a:ext cx="83547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Merriweather Light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3" name="Google Shape;193;p29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9"/>
          <p:cNvSpPr txBox="1"/>
          <p:nvPr>
            <p:ph idx="3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rvices / Clients" type="tx">
  <p:cSld name="TITLE_AND_BODY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30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30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30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1" name="Google Shape;201;p30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idx="4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5" type="title"/>
          </p:nvPr>
        </p:nvSpPr>
        <p:spPr>
          <a:xfrm>
            <a:off x="228600" y="516850"/>
            <a:ext cx="76197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4" name="Google Shape;204;p30"/>
          <p:cNvCxnSpPr/>
          <p:nvPr/>
        </p:nvCxnSpPr>
        <p:spPr>
          <a:xfrm>
            <a:off x="0" y="22128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30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30"/>
          <p:cNvSpPr txBox="1"/>
          <p:nvPr>
            <p:ph idx="1" type="subTitle"/>
          </p:nvPr>
        </p:nvSpPr>
        <p:spPr>
          <a:xfrm>
            <a:off x="228600" y="2353775"/>
            <a:ext cx="2203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0"/>
          <p:cNvSpPr txBox="1"/>
          <p:nvPr>
            <p:ph idx="6" type="subTitle"/>
          </p:nvPr>
        </p:nvSpPr>
        <p:spPr>
          <a:xfrm>
            <a:off x="3558200" y="2353775"/>
            <a:ext cx="203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0"/>
          <p:cNvSpPr txBox="1"/>
          <p:nvPr>
            <p:ph idx="7" type="body"/>
          </p:nvPr>
        </p:nvSpPr>
        <p:spPr>
          <a:xfrm>
            <a:off x="229900" y="3034400"/>
            <a:ext cx="31488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9" name="Google Shape;209;p30"/>
          <p:cNvSpPr txBox="1"/>
          <p:nvPr>
            <p:ph idx="8" type="body"/>
          </p:nvPr>
        </p:nvSpPr>
        <p:spPr>
          <a:xfrm>
            <a:off x="3558200" y="3034400"/>
            <a:ext cx="31488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3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1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31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3" name="Google Shape;213;p31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4" name="Google Shape;214;p31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lide" type="twoColTx">
  <p:cSld name="TITLE_AND_TWO_COLUMNS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/>
          <p:nvPr>
            <p:ph idx="2" type="pic"/>
          </p:nvPr>
        </p:nvSpPr>
        <p:spPr>
          <a:xfrm>
            <a:off x="3558200" y="213800"/>
            <a:ext cx="5025000" cy="23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2"/>
          <p:cNvSpPr/>
          <p:nvPr>
            <p:ph idx="3" type="pic"/>
          </p:nvPr>
        </p:nvSpPr>
        <p:spPr>
          <a:xfrm>
            <a:off x="3557075" y="2571750"/>
            <a:ext cx="5025000" cy="2343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18" name="Google Shape;218;p32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32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1" name="Google Shape;221;p32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2" name="Google Shape;222;p32"/>
          <p:cNvSpPr txBox="1"/>
          <p:nvPr>
            <p:ph idx="6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23" name="Google Shape;223;p32"/>
          <p:cNvSpPr txBox="1"/>
          <p:nvPr>
            <p:ph idx="7" type="title"/>
          </p:nvPr>
        </p:nvSpPr>
        <p:spPr>
          <a:xfrm>
            <a:off x="231325" y="1403700"/>
            <a:ext cx="31473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229125" y="2572475"/>
            <a:ext cx="31494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with captions" type="titleOnly">
  <p:cSld name="TITLE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/>
          <p:nvPr>
            <p:ph idx="2" type="pic"/>
          </p:nvPr>
        </p:nvSpPr>
        <p:spPr>
          <a:xfrm>
            <a:off x="233775" y="820275"/>
            <a:ext cx="2043000" cy="350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3" type="pic"/>
          </p:nvPr>
        </p:nvSpPr>
        <p:spPr>
          <a:xfrm>
            <a:off x="2441450" y="1404850"/>
            <a:ext cx="3154200" cy="350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/>
          <p:nvPr>
            <p:ph idx="4" type="pic"/>
          </p:nvPr>
        </p:nvSpPr>
        <p:spPr>
          <a:xfrm>
            <a:off x="5760650" y="818250"/>
            <a:ext cx="2052600" cy="3612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29" name="Google Shape;229;p33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33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7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34" name="Google Shape;234;p33"/>
          <p:cNvSpPr txBox="1"/>
          <p:nvPr>
            <p:ph idx="1" type="body"/>
          </p:nvPr>
        </p:nvSpPr>
        <p:spPr>
          <a:xfrm>
            <a:off x="2447900" y="818250"/>
            <a:ext cx="31476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8" type="body"/>
          </p:nvPr>
        </p:nvSpPr>
        <p:spPr>
          <a:xfrm>
            <a:off x="228600" y="4329625"/>
            <a:ext cx="20526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9" type="body"/>
          </p:nvPr>
        </p:nvSpPr>
        <p:spPr>
          <a:xfrm>
            <a:off x="5755900" y="4431150"/>
            <a:ext cx="2057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age">
  <p:cSld name="MAIN_POIN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type="title"/>
          </p:nvPr>
        </p:nvSpPr>
        <p:spPr>
          <a:xfrm>
            <a:off x="228600" y="219850"/>
            <a:ext cx="77400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39" name="Google Shape;239;p34"/>
          <p:cNvSpPr txBox="1"/>
          <p:nvPr>
            <p:ph idx="2" type="title"/>
          </p:nvPr>
        </p:nvSpPr>
        <p:spPr>
          <a:xfrm>
            <a:off x="228600" y="1984250"/>
            <a:ext cx="42657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40" name="Google Shape;240;p34"/>
          <p:cNvSpPr txBox="1"/>
          <p:nvPr>
            <p:ph idx="3" type="title"/>
          </p:nvPr>
        </p:nvSpPr>
        <p:spPr>
          <a:xfrm>
            <a:off x="4658875" y="4316425"/>
            <a:ext cx="42564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4" type="body"/>
          </p:nvPr>
        </p:nvSpPr>
        <p:spPr>
          <a:xfrm>
            <a:off x="4658875" y="1984250"/>
            <a:ext cx="42657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wards">
  <p:cSld name="SECTION_TITLE_AND_DESCRIPTION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35"/>
          <p:cNvCxnSpPr/>
          <p:nvPr/>
        </p:nvCxnSpPr>
        <p:spPr>
          <a:xfrm>
            <a:off x="-125" y="227087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35"/>
          <p:cNvCxnSpPr/>
          <p:nvPr/>
        </p:nvCxnSpPr>
        <p:spPr>
          <a:xfrm>
            <a:off x="-125" y="31495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35"/>
          <p:cNvCxnSpPr/>
          <p:nvPr/>
        </p:nvCxnSpPr>
        <p:spPr>
          <a:xfrm>
            <a:off x="-125" y="4030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35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35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49" name="Google Shape;249;p35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35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1" name="Google Shape;251;p35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2" name="Google Shape;252;p35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3" name="Google Shape;253;p35"/>
          <p:cNvSpPr txBox="1"/>
          <p:nvPr>
            <p:ph idx="5" type="title"/>
          </p:nvPr>
        </p:nvSpPr>
        <p:spPr>
          <a:xfrm>
            <a:off x="1325925" y="1403700"/>
            <a:ext cx="42702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54" name="Google Shape;254;p35"/>
          <p:cNvSpPr txBox="1"/>
          <p:nvPr>
            <p:ph idx="6" type="title"/>
          </p:nvPr>
        </p:nvSpPr>
        <p:spPr>
          <a:xfrm>
            <a:off x="1325875" y="2273525"/>
            <a:ext cx="42702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55" name="Google Shape;255;p35"/>
          <p:cNvSpPr txBox="1"/>
          <p:nvPr>
            <p:ph idx="7" type="title"/>
          </p:nvPr>
        </p:nvSpPr>
        <p:spPr>
          <a:xfrm>
            <a:off x="1325875" y="3152225"/>
            <a:ext cx="42702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56" name="Google Shape;256;p35"/>
          <p:cNvSpPr txBox="1"/>
          <p:nvPr>
            <p:ph idx="8" type="title"/>
          </p:nvPr>
        </p:nvSpPr>
        <p:spPr>
          <a:xfrm>
            <a:off x="1325875" y="4036300"/>
            <a:ext cx="42768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57" name="Google Shape;257;p35"/>
          <p:cNvSpPr txBox="1"/>
          <p:nvPr>
            <p:ph idx="1" type="subTitle"/>
          </p:nvPr>
        </p:nvSpPr>
        <p:spPr>
          <a:xfrm>
            <a:off x="228600" y="1403700"/>
            <a:ext cx="9372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35"/>
          <p:cNvSpPr txBox="1"/>
          <p:nvPr>
            <p:ph idx="9" type="subTitle"/>
          </p:nvPr>
        </p:nvSpPr>
        <p:spPr>
          <a:xfrm>
            <a:off x="228600" y="2273525"/>
            <a:ext cx="9372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35"/>
          <p:cNvSpPr txBox="1"/>
          <p:nvPr>
            <p:ph idx="13" type="subTitle"/>
          </p:nvPr>
        </p:nvSpPr>
        <p:spPr>
          <a:xfrm>
            <a:off x="231150" y="3152225"/>
            <a:ext cx="9348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35"/>
          <p:cNvSpPr txBox="1"/>
          <p:nvPr>
            <p:ph idx="14" type="subTitle"/>
          </p:nvPr>
        </p:nvSpPr>
        <p:spPr>
          <a:xfrm>
            <a:off x="228600" y="4028225"/>
            <a:ext cx="9372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35"/>
          <p:cNvSpPr txBox="1"/>
          <p:nvPr>
            <p:ph idx="15" type="body"/>
          </p:nvPr>
        </p:nvSpPr>
        <p:spPr>
          <a:xfrm>
            <a:off x="5760650" y="1403700"/>
            <a:ext cx="28296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2" name="Google Shape;262;p35"/>
          <p:cNvSpPr txBox="1"/>
          <p:nvPr>
            <p:ph idx="16" type="body"/>
          </p:nvPr>
        </p:nvSpPr>
        <p:spPr>
          <a:xfrm>
            <a:off x="5760650" y="2268150"/>
            <a:ext cx="28296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35"/>
          <p:cNvSpPr txBox="1"/>
          <p:nvPr>
            <p:ph idx="17" type="body"/>
          </p:nvPr>
        </p:nvSpPr>
        <p:spPr>
          <a:xfrm>
            <a:off x="5760500" y="3152200"/>
            <a:ext cx="28296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18" type="body"/>
          </p:nvPr>
        </p:nvSpPr>
        <p:spPr>
          <a:xfrm>
            <a:off x="5762750" y="4036238"/>
            <a:ext cx="28341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BIG_NUMBER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6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36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8" name="Google Shape;268;p36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9" name="Google Shape;269;p36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0" name="Google Shape;270;p36"/>
          <p:cNvSpPr/>
          <p:nvPr>
            <p:ph idx="4" type="pic"/>
          </p:nvPr>
        </p:nvSpPr>
        <p:spPr>
          <a:xfrm>
            <a:off x="0" y="0"/>
            <a:ext cx="8582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 ">
  <p:cSld name="CUSTOM_2_1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273" name="Google Shape;273;p37"/>
          <p:cNvCxnSpPr/>
          <p:nvPr/>
        </p:nvCxnSpPr>
        <p:spPr>
          <a:xfrm>
            <a:off x="-125" y="227087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37"/>
          <p:cNvCxnSpPr/>
          <p:nvPr/>
        </p:nvCxnSpPr>
        <p:spPr>
          <a:xfrm>
            <a:off x="-125" y="31495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37"/>
          <p:cNvCxnSpPr/>
          <p:nvPr/>
        </p:nvCxnSpPr>
        <p:spPr>
          <a:xfrm>
            <a:off x="-125" y="4030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37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37"/>
          <p:cNvSpPr txBox="1"/>
          <p:nvPr>
            <p:ph idx="2" type="title"/>
          </p:nvPr>
        </p:nvSpPr>
        <p:spPr>
          <a:xfrm>
            <a:off x="3535725" y="1403700"/>
            <a:ext cx="42702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78" name="Google Shape;278;p37"/>
          <p:cNvSpPr txBox="1"/>
          <p:nvPr>
            <p:ph idx="3" type="title"/>
          </p:nvPr>
        </p:nvSpPr>
        <p:spPr>
          <a:xfrm>
            <a:off x="3535675" y="2273525"/>
            <a:ext cx="42702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79" name="Google Shape;279;p37"/>
          <p:cNvSpPr txBox="1"/>
          <p:nvPr>
            <p:ph idx="4" type="title"/>
          </p:nvPr>
        </p:nvSpPr>
        <p:spPr>
          <a:xfrm>
            <a:off x="3535675" y="3152225"/>
            <a:ext cx="42702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idx="5" type="title"/>
          </p:nvPr>
        </p:nvSpPr>
        <p:spPr>
          <a:xfrm>
            <a:off x="3535675" y="4036300"/>
            <a:ext cx="42768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81" name="Google Shape;281;p37"/>
          <p:cNvSpPr txBox="1"/>
          <p:nvPr>
            <p:ph idx="1" type="subTitle"/>
          </p:nvPr>
        </p:nvSpPr>
        <p:spPr>
          <a:xfrm>
            <a:off x="2438400" y="1403700"/>
            <a:ext cx="9372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2" name="Google Shape;282;p37"/>
          <p:cNvSpPr txBox="1"/>
          <p:nvPr>
            <p:ph idx="6" type="subTitle"/>
          </p:nvPr>
        </p:nvSpPr>
        <p:spPr>
          <a:xfrm>
            <a:off x="2438400" y="2273525"/>
            <a:ext cx="9372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3" name="Google Shape;283;p37"/>
          <p:cNvSpPr txBox="1"/>
          <p:nvPr>
            <p:ph idx="7" type="subTitle"/>
          </p:nvPr>
        </p:nvSpPr>
        <p:spPr>
          <a:xfrm>
            <a:off x="2440950" y="3152225"/>
            <a:ext cx="9348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4" name="Google Shape;284;p37"/>
          <p:cNvSpPr txBox="1"/>
          <p:nvPr>
            <p:ph idx="8" type="subTitle"/>
          </p:nvPr>
        </p:nvSpPr>
        <p:spPr>
          <a:xfrm>
            <a:off x="2438400" y="4028225"/>
            <a:ext cx="9372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cxnSp>
        <p:nvCxnSpPr>
          <p:cNvPr id="285" name="Google Shape;285;p37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37"/>
          <p:cNvSpPr txBox="1"/>
          <p:nvPr>
            <p:ph idx="9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7" name="Google Shape;287;p37"/>
          <p:cNvSpPr txBox="1"/>
          <p:nvPr>
            <p:ph idx="1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8" name="Google Shape;288;p37"/>
          <p:cNvSpPr txBox="1"/>
          <p:nvPr>
            <p:ph idx="1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Data">
  <p:cSld name="CUSTOM_4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38"/>
          <p:cNvCxnSpPr/>
          <p:nvPr/>
        </p:nvCxnSpPr>
        <p:spPr>
          <a:xfrm>
            <a:off x="-125" y="198402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38"/>
          <p:cNvCxnSpPr/>
          <p:nvPr/>
        </p:nvCxnSpPr>
        <p:spPr>
          <a:xfrm>
            <a:off x="-125" y="2960983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38"/>
          <p:cNvCxnSpPr/>
          <p:nvPr/>
        </p:nvCxnSpPr>
        <p:spPr>
          <a:xfrm>
            <a:off x="-125" y="3937942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38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38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295" name="Google Shape;295;p38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38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5" type="title"/>
          </p:nvPr>
        </p:nvSpPr>
        <p:spPr>
          <a:xfrm>
            <a:off x="2276875" y="1018150"/>
            <a:ext cx="42336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0" name="Google Shape;300;p38"/>
          <p:cNvSpPr txBox="1"/>
          <p:nvPr>
            <p:ph idx="6" type="title"/>
          </p:nvPr>
        </p:nvSpPr>
        <p:spPr>
          <a:xfrm>
            <a:off x="2276875" y="2961000"/>
            <a:ext cx="42336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1" name="Google Shape;301;p38"/>
          <p:cNvSpPr txBox="1"/>
          <p:nvPr>
            <p:ph idx="7" type="title"/>
          </p:nvPr>
        </p:nvSpPr>
        <p:spPr>
          <a:xfrm>
            <a:off x="2283475" y="3943850"/>
            <a:ext cx="42336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2" name="Google Shape;302;p38"/>
          <p:cNvSpPr txBox="1"/>
          <p:nvPr>
            <p:ph idx="8" type="title"/>
          </p:nvPr>
        </p:nvSpPr>
        <p:spPr>
          <a:xfrm>
            <a:off x="2276875" y="1984025"/>
            <a:ext cx="42336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3" name="Google Shape;303;p38"/>
          <p:cNvSpPr txBox="1"/>
          <p:nvPr>
            <p:ph idx="9" type="title"/>
          </p:nvPr>
        </p:nvSpPr>
        <p:spPr>
          <a:xfrm>
            <a:off x="228600" y="1007225"/>
            <a:ext cx="20481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4" name="Google Shape;304;p38"/>
          <p:cNvSpPr txBox="1"/>
          <p:nvPr>
            <p:ph idx="13" type="title"/>
          </p:nvPr>
        </p:nvSpPr>
        <p:spPr>
          <a:xfrm>
            <a:off x="228600" y="1984025"/>
            <a:ext cx="20481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5" name="Google Shape;305;p38"/>
          <p:cNvSpPr txBox="1"/>
          <p:nvPr>
            <p:ph idx="14" type="title"/>
          </p:nvPr>
        </p:nvSpPr>
        <p:spPr>
          <a:xfrm>
            <a:off x="228600" y="2966525"/>
            <a:ext cx="20481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6" name="Google Shape;306;p38"/>
          <p:cNvSpPr txBox="1"/>
          <p:nvPr>
            <p:ph idx="15" type="title"/>
          </p:nvPr>
        </p:nvSpPr>
        <p:spPr>
          <a:xfrm>
            <a:off x="228600" y="3938100"/>
            <a:ext cx="20481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 2">
  <p:cSld name="CUSTOM_5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/>
          <p:nvPr>
            <p:ph idx="2" type="pic"/>
          </p:nvPr>
        </p:nvSpPr>
        <p:spPr>
          <a:xfrm>
            <a:off x="6875200" y="2571758"/>
            <a:ext cx="17070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9"/>
          <p:cNvSpPr/>
          <p:nvPr>
            <p:ph idx="3" type="pic"/>
          </p:nvPr>
        </p:nvSpPr>
        <p:spPr>
          <a:xfrm>
            <a:off x="4486003" y="818401"/>
            <a:ext cx="4096200" cy="158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10" name="Google Shape;310;p39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39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4" name="Google Shape;314;p39"/>
          <p:cNvSpPr/>
          <p:nvPr>
            <p:ph idx="6" type="pic"/>
          </p:nvPr>
        </p:nvSpPr>
        <p:spPr>
          <a:xfrm>
            <a:off x="228500" y="818404"/>
            <a:ext cx="2048100" cy="15885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39"/>
          <p:cNvSpPr/>
          <p:nvPr>
            <p:ph idx="7" type="pic"/>
          </p:nvPr>
        </p:nvSpPr>
        <p:spPr>
          <a:xfrm>
            <a:off x="233000" y="2571750"/>
            <a:ext cx="20391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39"/>
          <p:cNvSpPr txBox="1"/>
          <p:nvPr>
            <p:ph idx="8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17" name="Google Shape;317;p39"/>
          <p:cNvSpPr/>
          <p:nvPr>
            <p:ph idx="9" type="pic"/>
          </p:nvPr>
        </p:nvSpPr>
        <p:spPr>
          <a:xfrm>
            <a:off x="2441450" y="2571750"/>
            <a:ext cx="2052900" cy="2345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blem / Solution">
  <p:cSld name="CUSTOM_6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/>
          <p:nvPr>
            <p:ph idx="2" type="pic"/>
          </p:nvPr>
        </p:nvSpPr>
        <p:spPr>
          <a:xfrm>
            <a:off x="228600" y="2559650"/>
            <a:ext cx="3914100" cy="235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/>
          <p:nvPr>
            <p:ph idx="3" type="pic"/>
          </p:nvPr>
        </p:nvSpPr>
        <p:spPr>
          <a:xfrm>
            <a:off x="4658875" y="219850"/>
            <a:ext cx="3319200" cy="235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1" name="Google Shape;321;p40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40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3" name="Google Shape;323;p40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4" name="Google Shape;324;p40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5" name="Google Shape;325;p40"/>
          <p:cNvSpPr txBox="1"/>
          <p:nvPr>
            <p:ph idx="6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idx="7" type="title"/>
          </p:nvPr>
        </p:nvSpPr>
        <p:spPr>
          <a:xfrm>
            <a:off x="4669800" y="2656800"/>
            <a:ext cx="2036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4658875" y="3030300"/>
            <a:ext cx="3148800" cy="1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8" name="Google Shape;328;p40"/>
          <p:cNvSpPr txBox="1"/>
          <p:nvPr>
            <p:ph idx="8" type="title"/>
          </p:nvPr>
        </p:nvSpPr>
        <p:spPr>
          <a:xfrm>
            <a:off x="234600" y="818400"/>
            <a:ext cx="2206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29" name="Google Shape;329;p40"/>
          <p:cNvSpPr txBox="1"/>
          <p:nvPr>
            <p:ph idx="9" type="body"/>
          </p:nvPr>
        </p:nvSpPr>
        <p:spPr>
          <a:xfrm>
            <a:off x="229850" y="1328800"/>
            <a:ext cx="31488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earch / Finding">
  <p:cSld name="CUSTOM_7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/>
          <p:nvPr>
            <p:ph idx="2" type="pic"/>
          </p:nvPr>
        </p:nvSpPr>
        <p:spPr>
          <a:xfrm>
            <a:off x="228600" y="1984250"/>
            <a:ext cx="2517600" cy="29274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1"/>
          <p:cNvSpPr/>
          <p:nvPr>
            <p:ph idx="3" type="pic"/>
          </p:nvPr>
        </p:nvSpPr>
        <p:spPr>
          <a:xfrm>
            <a:off x="2972440" y="1984250"/>
            <a:ext cx="2623500" cy="2927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3" name="Google Shape;333;p41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41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6" type="title"/>
          </p:nvPr>
        </p:nvSpPr>
        <p:spPr>
          <a:xfrm>
            <a:off x="239525" y="818400"/>
            <a:ext cx="31392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8" name="Google Shape;338;p41"/>
          <p:cNvSpPr txBox="1"/>
          <p:nvPr>
            <p:ph idx="7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9" name="Google Shape;339;p41"/>
          <p:cNvSpPr/>
          <p:nvPr>
            <p:ph idx="8" type="pic"/>
          </p:nvPr>
        </p:nvSpPr>
        <p:spPr>
          <a:xfrm>
            <a:off x="5760651" y="1984250"/>
            <a:ext cx="2822700" cy="292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1"/>
          <p:cNvSpPr txBox="1"/>
          <p:nvPr>
            <p:ph idx="1" type="body"/>
          </p:nvPr>
        </p:nvSpPr>
        <p:spPr>
          <a:xfrm>
            <a:off x="4494275" y="219850"/>
            <a:ext cx="3319200" cy="11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19850"/>
            <a:ext cx="59628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b="0" i="0" sz="3000" u="none" cap="none" strike="noStrik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58875" y="1403700"/>
            <a:ext cx="42564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734">
          <p15:clr>
            <a:srgbClr val="E46962"/>
          </p15:clr>
        </p15:guide>
        <p15:guide id="3" pos="835">
          <p15:clr>
            <a:srgbClr val="E46962"/>
          </p15:clr>
        </p15:guide>
        <p15:guide id="4" pos="245">
          <p15:clr>
            <a:srgbClr val="E46962"/>
          </p15:clr>
        </p15:guide>
        <p15:guide id="5" pos="1538">
          <p15:clr>
            <a:srgbClr val="E46962"/>
          </p15:clr>
        </p15:guide>
        <p15:guide id="6" pos="2128">
          <p15:clr>
            <a:srgbClr val="E46962"/>
          </p15:clr>
        </p15:guide>
        <p15:guide id="7" orient="horz" pos="326">
          <p15:clr>
            <a:srgbClr val="E46962"/>
          </p15:clr>
        </p15:guide>
        <p15:guide id="8" orient="horz" pos="138">
          <p15:clr>
            <a:srgbClr val="E46962"/>
          </p15:clr>
        </p15:guide>
        <p15:guide id="9" orient="horz" pos="516">
          <p15:clr>
            <a:srgbClr val="E46962"/>
          </p15:clr>
        </p15:guide>
        <p15:guide id="10" orient="horz" pos="884">
          <p15:clr>
            <a:srgbClr val="E46962"/>
          </p15:clr>
        </p15:guide>
        <p15:guide id="11" orient="horz" pos="1250">
          <p15:clr>
            <a:srgbClr val="E46962"/>
          </p15:clr>
        </p15:guide>
        <p15:guide id="12" orient="horz" pos="1620">
          <p15:clr>
            <a:srgbClr val="E46962"/>
          </p15:clr>
        </p15:guide>
        <p15:guide id="13" orient="horz" pos="3097">
          <p15:clr>
            <a:srgbClr val="E46962"/>
          </p15:clr>
        </p15:guide>
        <p15:guide id="14" pos="2831">
          <p15:clr>
            <a:srgbClr val="E46962"/>
          </p15:clr>
        </p15:guide>
        <p15:guide id="15" pos="3525">
          <p15:clr>
            <a:srgbClr val="E46962"/>
          </p15:clr>
        </p15:guide>
        <p15:guide id="16" pos="3629">
          <p15:clr>
            <a:srgbClr val="E46962"/>
          </p15:clr>
        </p15:guide>
        <p15:guide id="17" pos="4219">
          <p15:clr>
            <a:srgbClr val="E46962"/>
          </p15:clr>
        </p15:guide>
        <p15:guide id="18" pos="4332">
          <p15:clr>
            <a:srgbClr val="E46962"/>
          </p15:clr>
        </p15:guide>
        <p15:guide id="19" pos="4922">
          <p15:clr>
            <a:srgbClr val="E46962"/>
          </p15:clr>
        </p15:guide>
        <p15:guide id="20" pos="5026">
          <p15:clr>
            <a:srgbClr val="E46962"/>
          </p15:clr>
        </p15:guide>
        <p15:guide id="21" pos="2241">
          <p15:clr>
            <a:srgbClr val="E46962"/>
          </p15:clr>
        </p15:guide>
        <p15:guide id="22" pos="2935">
          <p15:clr>
            <a:srgbClr val="E46962"/>
          </p15:clr>
        </p15:guide>
        <p15:guide id="23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PcE9S0tOLW8nR5peQKAHHurAUBSCqTB8/view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://drive.google.com/file/d/1x6aZhDV08AUTHME6aVzGa5MS8YlcsTiY/view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/>
          <p:nvPr>
            <p:ph type="title"/>
          </p:nvPr>
        </p:nvSpPr>
        <p:spPr>
          <a:xfrm>
            <a:off x="0" y="290450"/>
            <a:ext cx="91440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Natural Language processing based refining Hindi to English machine translation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4658875" y="2786850"/>
            <a:ext cx="4256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/>
              <a:t>By:-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/>
              <a:t>V.Prashanthi-2310040003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/>
              <a:t>M.Kaavya-2310040006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/>
              <a:t>G.Abinaya-2310040009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/>
              <a:t>G.Akshaya-2310040011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700"/>
          </a:p>
        </p:txBody>
      </p:sp>
      <p:pic>
        <p:nvPicPr>
          <p:cNvPr descr="Overlapping iridescent bubbles." id="347" name="Google Shape;347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89" l="0" r="0" t="990"/>
          <a:stretch/>
        </p:blipFill>
        <p:spPr>
          <a:xfrm>
            <a:off x="0" y="1693150"/>
            <a:ext cx="4494899" cy="275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/>
          <p:nvPr>
            <p:ph type="title"/>
          </p:nvPr>
        </p:nvSpPr>
        <p:spPr>
          <a:xfrm>
            <a:off x="228600" y="219850"/>
            <a:ext cx="77400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53" name="Google Shape;353;p43"/>
          <p:cNvSpPr txBox="1"/>
          <p:nvPr>
            <p:ph idx="1" type="body"/>
          </p:nvPr>
        </p:nvSpPr>
        <p:spPr>
          <a:xfrm>
            <a:off x="337250" y="1342650"/>
            <a:ext cx="77982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focuses on developing a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 Language Processing (NLP)-based machine translation system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convert Hindi speech into accurately translated English speech.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 follows a structured pipeline: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Hindi Speech → Text Processing → Translation → English Text → Speech Output</a:t>
            </a:r>
            <a:b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achieve high-quality translation, the following steps are implemented: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1️⃣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Clean and tokenize Hindi text.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2️⃣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 Tagging &amp; Grammar Analysis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Identify parts of speech and dependencies.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3️⃣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Semantic Mapping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Utilize embeddings (Word2Vec/Transformers) for contextual understanding.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4️⃣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Translation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Restructure Hindi sentences to align with English grammar.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5️⃣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Post-Processing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Refine fluency and handle idiomatic expressions.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 aims to improve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translation accuracy, linguistic coherence, and contextual relevance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advanced NLP techniques.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3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360" name="Google Shape;360;p44"/>
          <p:cNvSpPr txBox="1"/>
          <p:nvPr/>
        </p:nvSpPr>
        <p:spPr>
          <a:xfrm>
            <a:off x="1081775" y="987875"/>
            <a:ext cx="705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61" name="Google Shape;361;p44"/>
          <p:cNvSpPr txBox="1"/>
          <p:nvPr/>
        </p:nvSpPr>
        <p:spPr>
          <a:xfrm>
            <a:off x="0" y="107300"/>
            <a:ext cx="85902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Preprocessing</a:t>
            </a:r>
            <a:endParaRPr b="0" i="0" sz="25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translating Hindi text, it must be preprocessed to improve the accuracy and quality of translation.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Preprocessing involves two main steps: cleaning and tokenization.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Cleaning Hindi Text: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&gt;Removing Special Characters and Punctuation (e.g.!, ?, #)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-&gt;Removing Numbers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-&gt;Removing Extra White spaces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-&gt;Handling Stopwords (like "का", "की", "और")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-&gt;Normalization, ("क़लम" and "कलम" )should be the same.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/>
        </p:nvSpPr>
        <p:spPr>
          <a:xfrm>
            <a:off x="567900" y="516850"/>
            <a:ext cx="705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67" name="Google Shape;367;p45"/>
          <p:cNvSpPr txBox="1"/>
          <p:nvPr/>
        </p:nvSpPr>
        <p:spPr>
          <a:xfrm>
            <a:off x="58125" y="279625"/>
            <a:ext cx="81942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Tokenization of Hindi Text: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Tokenization splits the text into smaller units (words, subwords, or characters) for better processing.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-&gt;Word Tokenization:Splitting a sentence into individual words (e.g., "मुझे स्कूल जाना है" → ["मुझे", "स्कूल", "जाना", "है"]).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-&gt;Subword Tokenization:Breaking words into smaller meaningful units (useful in neural machine translation). For example, "अधिकार" can be split into "अधि" + "कार".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-&gt;Character Tokenization:Treating each character as a separate token, mainly for low-resource languages or transliteration.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/>
          <p:nvPr/>
        </p:nvSpPr>
        <p:spPr>
          <a:xfrm>
            <a:off x="1081775" y="987875"/>
            <a:ext cx="705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3" name="Google Shape;373;p46"/>
          <p:cNvSpPr txBox="1"/>
          <p:nvPr/>
        </p:nvSpPr>
        <p:spPr>
          <a:xfrm>
            <a:off x="0" y="0"/>
            <a:ext cx="85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4" name="Google Shape;374;p46"/>
          <p:cNvSpPr txBox="1"/>
          <p:nvPr/>
        </p:nvSpPr>
        <p:spPr>
          <a:xfrm>
            <a:off x="0" y="166025"/>
            <a:ext cx="82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 Tagging &amp; Grammatical Analysis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6"/>
          <p:cNvSpPr txBox="1"/>
          <p:nvPr/>
        </p:nvSpPr>
        <p:spPr>
          <a:xfrm>
            <a:off x="104875" y="506075"/>
            <a:ext cx="7104300" cy="6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Importance of POS Tagging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Identifies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nouns, verbs, adjectives, etc.,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correct sentence structure.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Helps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 Hindi (SOV) → English (SVO) order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Resolves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ambiguities in speech-to-text conversion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sense disambiguation &amp; grammar accuracy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Key Challenges &amp; Solutions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SOV to SVO Reordering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Ambiguous Words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Verbs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Postpositions vs Prepositions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Steps in POS Tagging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Tokenization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Split text into words.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 Tagging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Assign </a:t>
            </a: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Noun, Verb, Adjective, etc.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Dependency Parsing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Identify </a:t>
            </a: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(S), Object (O), Verb (V)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Sentence Reordering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Convert Hindi </a:t>
            </a: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SOV → English SVO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Contextual Adjustments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Fix </a:t>
            </a: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tense, prepositions, pronouns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7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1081775" y="987875"/>
            <a:ext cx="705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2" name="Google Shape;382;p47"/>
          <p:cNvSpPr txBox="1"/>
          <p:nvPr/>
        </p:nvSpPr>
        <p:spPr>
          <a:xfrm>
            <a:off x="0" y="0"/>
            <a:ext cx="859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3" name="Google Shape;383;p47"/>
          <p:cNvSpPr txBox="1"/>
          <p:nvPr/>
        </p:nvSpPr>
        <p:spPr>
          <a:xfrm>
            <a:off x="104875" y="506075"/>
            <a:ext cx="710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7"/>
          <p:cNvSpPr txBox="1"/>
          <p:nvPr/>
        </p:nvSpPr>
        <p:spPr>
          <a:xfrm>
            <a:off x="0" y="0"/>
            <a:ext cx="817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Mapping: Using Embeddings for Context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47"/>
          <p:cNvSpPr txBox="1"/>
          <p:nvPr/>
        </p:nvSpPr>
        <p:spPr>
          <a:xfrm>
            <a:off x="283850" y="375775"/>
            <a:ext cx="7939200" cy="50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Importance of Semantic Mapping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Captures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meanings based on context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rather than just dictionary definitions.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Resolves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polysemy (words with multiple meanings) &amp; synonym issues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Enhances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Hindi-English translation accuracy using embeddings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Key Challenges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Polysemy(multiple meanings)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Synonym handling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sense disambiguation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Contextual phrase matching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Steps in Semantic Mapping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 Words to Vectors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Use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Word2Vec, GloVe, FastText, or Transformer embeddings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Contextual Meaning Detection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Identify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relationships using similarity scores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Sense Disambiguation (WSD)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Select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 meaning based on sentence structure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Synonym Replacement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Replace words with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context-appropriate synonyms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Phrase-Level Context Understanding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Use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Transformers (BERT, T5, IndicBERT) for deeper meaning analysis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391" name="Google Shape;391;p48"/>
          <p:cNvSpPr txBox="1"/>
          <p:nvPr>
            <p:ph idx="17" type="subTitle"/>
          </p:nvPr>
        </p:nvSpPr>
        <p:spPr>
          <a:xfrm>
            <a:off x="123750" y="142500"/>
            <a:ext cx="8167500" cy="46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Translation: Align Hindi Sentence Structure to English Grammar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1. Understanding Word Order Differences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Eg:  Hindi  =  "राम ने किताब पढ़ी"  -  "Ram [subject] the book [object] read [verb]."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       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        English =   "Ram read the book."  -   "Ram [subject] read [verb] the book [object]."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2. Reordering Words for Correct English Grammar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3. Handling Auxiliary Verbs and Tenses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Eg:   Hindi: "वह पढ़ रहा है" (He is reading)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         Reordered English: "He is reading"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397" name="Google Shape;397;p49"/>
          <p:cNvSpPr txBox="1"/>
          <p:nvPr>
            <p:ph type="title"/>
          </p:nvPr>
        </p:nvSpPr>
        <p:spPr>
          <a:xfrm>
            <a:off x="80625" y="115925"/>
            <a:ext cx="8232900" cy="4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4. Handling Postpositions (Hindi) and Prepositions (English)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                 Eg:  Hindi: "वह किताब में है" → "It is in the book."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5. Handling Compound and Complex Sentences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               Eg: Hindi: "राम ने किताब पढ़ी और स्कूल गया।"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                       Literal Translation: "Ram read the book and school went."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                  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                       Reordered English: "Ram read the book and went to school."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6. Handling Gender and Number Agreement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              Eg: Hindi: "लड़का किताब पढ़ता है" (The boy reads a book.)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                     English: "The boy reads a book."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7. Handling Word Forms and Tense Consistency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0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403" name="Google Shape;403;p50"/>
          <p:cNvSpPr txBox="1"/>
          <p:nvPr>
            <p:ph type="title"/>
          </p:nvPr>
        </p:nvSpPr>
        <p:spPr>
          <a:xfrm>
            <a:off x="80625" y="115925"/>
            <a:ext cx="8232900" cy="4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Post-Processing: Handling Idiomatic Phrases &amp; Refining Fluency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1. Importance of Post-Processing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Ensures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grammatically correct, fluent translations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Fixes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idioms, word order, tense, and gender mismatches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Corrects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speech-to-text errors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(misrecognized words, missing particles).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2. Key Challenges &amp; Solutions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4" name="Google Shape;404;p50"/>
          <p:cNvGraphicFramePr/>
          <p:nvPr/>
        </p:nvGraphicFramePr>
        <p:xfrm>
          <a:off x="918375" y="229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{9F53EEC8-7ED8-451C-94D1-7796151EEB6F}</a:tableStyleId>
              </a:tblPr>
              <a:tblGrid>
                <a:gridCol w="3149350"/>
                <a:gridCol w="3149350"/>
              </a:tblGrid>
              <a:tr h="26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/>
                        <a:t>Challenge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/>
                        <a:t>Example (Incorrect → Correct)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</a:tr>
              <a:tr h="40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Idioms &amp; Phrases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"मेरे सिर पर बहुत काम है।" → "I have a lot of work to do."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40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Grammar Issues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"He yesterday go market." → "He went to the market yesterday."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26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Tense Correction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"She eat food." → "She eats food."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40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Pronoun Errors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"Radha is a doctor. He is very good." → "She is very good."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1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410" name="Google Shape;410;p51"/>
          <p:cNvSpPr txBox="1"/>
          <p:nvPr/>
        </p:nvSpPr>
        <p:spPr>
          <a:xfrm>
            <a:off x="349400" y="516850"/>
            <a:ext cx="76287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Steps in Post-Processing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Idiomatic Phrase Replacement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Use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dictionaries, BERT-based detection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Grammar &amp; Fluency Fixing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Apply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GPT-4, T5, BART, Grammarly API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Tense &amp; Pronoun Adjustment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Ensure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 verb tense &amp; gender usage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Sentence Reordering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Refine Hindi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SOV → English SVO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Contextual Rewriting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Detect awkward phrasing &amp; rewrite using AI models.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4.Conclusion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Post-processing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enhances translation fluency &amp; readability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AI-based grammar correction improves accuracy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Scope: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Advanced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cultural adaptation models for translations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2"/>
          <p:cNvSpPr txBox="1"/>
          <p:nvPr/>
        </p:nvSpPr>
        <p:spPr>
          <a:xfrm>
            <a:off x="0" y="0"/>
            <a:ext cx="9553800" cy="5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CODE:-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Install required libraries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!pip install transformers gTTS pydub SpeechRecognition --quiet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Import libraries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import os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import speech_recognition as sr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from pydub import AudioSegment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from transformers import MarianMTModel, MarianTokenizer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from gtts import gTTS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=== Step 1: Set audio file path ===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audio_path = "/content/Hindi 6.ogg"  # Replace with your filename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=== Step 2: Convert audio to .wav if not already ===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if not audio_path.endswith(".wav"):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sound = AudioSegment.from_file(audio_path)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wav_path = audio_path.rsplit(".", 1)[0] + ".wav"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sound.export(wav_path, format="wav")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else: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wav_path = audio_path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=== Step 3: Transcribe Hindi Audio ===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recognizer = sr.Recognizer()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with sr.AudioFile(wav_path) as source: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audio_data = recognizer.record(source)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3"/>
          <p:cNvSpPr txBox="1"/>
          <p:nvPr/>
        </p:nvSpPr>
        <p:spPr>
          <a:xfrm>
            <a:off x="0" y="0"/>
            <a:ext cx="7978800" cy="5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try: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hindi_text = recognizer.recognize_google(audio_data, language="hi-IN")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print(f"🔤 Hindi Transcription: {hindi_text}")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except sr.UnknownValueError: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print("❌ Could not understand the audio.")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hindi_text = ""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except sr.RequestError as e: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print(f"❌ Request error: {e}")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hindi_text = ""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=== Step 4: Translate Hindi to English ===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if hindi_text: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model_name = "Helsinki-NLP/opus-mt-hi-en"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tokenizer = MarianTokenizer.from_pretrained(model_name)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model = MarianMTModel.from_pretrained(model_name)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inputs = tokenizer(hindi_text, return_tensors="pt", padding=True)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translated_ids = model.generate(**inputs)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english_text = tokenizer.decode(translated_ids[0], skip_special_tokens=True)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print(f"🌐 English Translation: {english_text}")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# === Step 5: Post-translation Fixer (Correct common phrase mistakes) ===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def fix_translation(english_text):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# Common conversational phrases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if "eat what you're doing" in english_text: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english_text = english_text.replace("eat what you're doing", "what are you doing? Have you eaten?")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 txBox="1"/>
          <p:nvPr/>
        </p:nvSpPr>
        <p:spPr>
          <a:xfrm>
            <a:off x="0" y="0"/>
            <a:ext cx="85692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if "what they're doing" in english_text: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english_text = english_text.replace("what they're doing", "what are you doing?")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return english_text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refined_english_text = fix_translation(english_text)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print(f"📝 Refined English Text: {refined_english_text}")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# === Step 6: Convert English text to speech ===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tts = gTTS(text=refined_english_text, lang='en')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output_path = "/content/output_english.mp3"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tts.save(output_path)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print(f"🔊 English Audio saved at: {output_path}")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# === Step 7: Download in Google Colab ===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from google.colab import files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files.download(output_path)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else: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print("⚠️ Skipping translation and audio due to missing transcription.")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5"/>
          <p:cNvSpPr txBox="1"/>
          <p:nvPr>
            <p:ph idx="5" type="title"/>
          </p:nvPr>
        </p:nvSpPr>
        <p:spPr>
          <a:xfrm>
            <a:off x="228600" y="219850"/>
            <a:ext cx="70446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INPUT HINDI AUDIO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1" name="Google Shape;431;p55" title="Hindi 7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69550"/>
            <a:ext cx="835575" cy="6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76125"/>
            <a:ext cx="4419600" cy="12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5"/>
          <p:cNvSpPr txBox="1"/>
          <p:nvPr/>
        </p:nvSpPr>
        <p:spPr>
          <a:xfrm>
            <a:off x="228600" y="1508225"/>
            <a:ext cx="4265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Translating Hindi Audio to English  Audio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55"/>
          <p:cNvSpPr txBox="1"/>
          <p:nvPr/>
        </p:nvSpPr>
        <p:spPr>
          <a:xfrm>
            <a:off x="228600" y="34424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ENGLISH AUDIO:-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5" name="Google Shape;435;p55" title="output_english (3).mp3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00" y="3857975"/>
            <a:ext cx="698925" cy="6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type="title"/>
          </p:nvPr>
        </p:nvSpPr>
        <p:spPr>
          <a:xfrm>
            <a:off x="-21000" y="-125200"/>
            <a:ext cx="9186000" cy="1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820"/>
              <a:t>Thank You</a:t>
            </a:r>
            <a:endParaRPr sz="11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A7BBC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